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864b65cd28456c" /><Relationship Type="http://schemas.openxmlformats.org/officeDocument/2006/relationships/extended-properties" Target="/docProps/app.xml" Id="R8b969c525bfc477e" /><Relationship Type="http://schemas.openxmlformats.org/officeDocument/2006/relationships/officeDocument" Target="/ppt/presentation.xml" Id="R375198d52ba5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570ff8b294404e"/>
  </p:sldMasterIdLst>
  <p:notesMasterIdLst>
    <p:notesMasterId xmlns:r="http://schemas.openxmlformats.org/officeDocument/2006/relationships" r:id="R9c825a8a86a5482d"/>
  </p:notesMasterIdLst>
  <p:sldIdLst>
    <p:sldId xmlns:r="http://schemas.openxmlformats.org/officeDocument/2006/relationships" id="256" r:id="Raa0677e94ef34857"/>
    <p:sldId xmlns:r="http://schemas.openxmlformats.org/officeDocument/2006/relationships" id="257" r:id="R5a105aa8c0624206"/>
    <p:sldId xmlns:r="http://schemas.openxmlformats.org/officeDocument/2006/relationships" id="258" r:id="R6cd986e803934dfc"/>
    <p:sldId xmlns:r="http://schemas.openxmlformats.org/officeDocument/2006/relationships" id="259" r:id="Rca3fa81510ae43a3"/>
    <p:sldId xmlns:r="http://schemas.openxmlformats.org/officeDocument/2006/relationships" id="260" r:id="R46864ba1ade241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375f698ef64b93" /><Relationship Type="http://schemas.openxmlformats.org/officeDocument/2006/relationships/slideMaster" Target="/ppt/slideMasters/slideMaster1.xml" Id="R39570ff8b294404e" /><Relationship Type="http://schemas.openxmlformats.org/officeDocument/2006/relationships/notesMaster" Target="/ppt/notesMasters/notesMaster1.xml" Id="R9c825a8a86a5482d" /><Relationship Type="http://schemas.openxmlformats.org/officeDocument/2006/relationships/presProps" Target="/ppt/presProps.xml" Id="R646d0d162ebd4b39" /><Relationship Type="http://schemas.openxmlformats.org/officeDocument/2006/relationships/viewProps" Target="/ppt/viewProps.xml" Id="R0ad39d2985e44262" /><Relationship Type="http://schemas.openxmlformats.org/officeDocument/2006/relationships/tableStyles" Target="/ppt/tableStyles.xml" Id="R250a5705561348c9" /><Relationship Type="http://schemas.openxmlformats.org/officeDocument/2006/relationships/slide" Target="/ppt/slides/slide1.xml" Id="Raa0677e94ef34857" /><Relationship Type="http://schemas.openxmlformats.org/officeDocument/2006/relationships/slide" Target="/ppt/slides/slide2.xml" Id="R5a105aa8c0624206" /><Relationship Type="http://schemas.openxmlformats.org/officeDocument/2006/relationships/slide" Target="/ppt/slides/slide3.xml" Id="R6cd986e803934dfc" /><Relationship Type="http://schemas.openxmlformats.org/officeDocument/2006/relationships/slide" Target="/ppt/slides/slide4.xml" Id="Rca3fa81510ae43a3" /><Relationship Type="http://schemas.openxmlformats.org/officeDocument/2006/relationships/slide" Target="/ppt/slides/slide5.xml" Id="R46864ba1ade2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0e40fa93a747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08ab4a2cb84ddc" /><Relationship Type="http://schemas.openxmlformats.org/officeDocument/2006/relationships/notesMaster" Target="/ppt/notesMasters/notesMaster1.xml" Id="R167f46c675b8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32bdda5aae4377" /><Relationship Type="http://schemas.openxmlformats.org/officeDocument/2006/relationships/notesMaster" Target="/ppt/notesMasters/notesMaster1.xml" Id="R539ccd6c708f4b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4ef5378d3457f" /><Relationship Type="http://schemas.openxmlformats.org/officeDocument/2006/relationships/notesMaster" Target="/ppt/notesMasters/notesMaster1.xml" Id="R8af308b3bb2c44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6fc09afc7147b4" /><Relationship Type="http://schemas.openxmlformats.org/officeDocument/2006/relationships/notesMaster" Target="/ppt/notesMasters/notesMaster1.xml" Id="Rbb5fc3b385004d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ea0e0a24e648f9" /><Relationship Type="http://schemas.openxmlformats.org/officeDocument/2006/relationships/notesMaster" Target="/ppt/notesMasters/notesMaster1.xml" Id="Rca4b9ea4c27b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ba001d96845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a9b736b3534e9d" /><Relationship Type="http://schemas.openxmlformats.org/officeDocument/2006/relationships/slideLayout" Target="/ppt/slideLayouts/slideLayout1.xml" Id="R33cc893a484c47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cc893a484c47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b68fa46d94e70" /><Relationship Type="http://schemas.openxmlformats.org/officeDocument/2006/relationships/notesSlide" Target="/ppt/notesSlides/notesSlide1.xml" Id="Ref8fc43dd0e54d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53e27a5114b34" /><Relationship Type="http://schemas.openxmlformats.org/officeDocument/2006/relationships/notesSlide" Target="/ppt/notesSlides/notesSlide2.xml" Id="Rd6ffb560f05f49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9363fc6c048e7" /><Relationship Type="http://schemas.openxmlformats.org/officeDocument/2006/relationships/notesSlide" Target="/ppt/notesSlides/notesSlide3.xml" Id="Re2015483cb6f4c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8c07ed9d64bfc" /><Relationship Type="http://schemas.openxmlformats.org/officeDocument/2006/relationships/notesSlide" Target="/ppt/notesSlides/notesSlide4.xml" Id="R301ac77934ca4a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5d60f8c0d4d1f" /><Relationship Type="http://schemas.openxmlformats.org/officeDocument/2006/relationships/notesSlide" Target="/ppt/notesSlides/notesSlide5.xml" Id="R21c39f9c40b84a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CB57A8-BB44-4C5D-ABD2-CFF0719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C1055-0BCE-4500-83B9-96D2B89F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55E17-135B-4022-975F-6CAE65D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2AE58-FFBC-4FAB-85C3-27F1C6E8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MEETING GOAL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FF47B-34B8-4E02-A01D-83188258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5715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Validate the pilot, not pitch a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A580B-AC82-4546-98C5-CE75831E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547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I’m testing whether messy supplier records need cleanup before operators are ready for traceability software.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A829E-6F27-473E-9110-10354520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D3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F4E30-A01E-42BC-AED2-E275AFDC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field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32DEF-9AEC-4A27-AAD5-C97154F1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005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D3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30C03-6252-447F-99C3-799CAA45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7C4DF-8B8E-4EB4-AEF7-2A53F33F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D3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B14E1-4C1D-44A5-909F-C2950EF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platform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B3D71-C3D9-4F7A-BD0B-D15E5E9D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ask from Jim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03279-EEF1-4D3A-9057-AE86FBCB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66900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FFAF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FFAF4"/>
                </a:solidFill>
                <a:latin typeface="Aptos"/>
                <a:ea typeface="Aptos"/>
                <a:cs typeface="Aptos"/>
              </a:rPr>
              <a:t>1. Is this a real market gap?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DFFAF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FFAF4"/>
                </a:solidFill>
                <a:latin typeface="Aptos"/>
                <a:ea typeface="Aptos"/>
                <a:cs typeface="Aptos"/>
              </a:rPr>
              <a:t>2. Is the pilot designed correctly?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DFFAF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FFAF4"/>
                </a:solidFill>
                <a:latin typeface="Aptos"/>
                <a:ea typeface="Aptos"/>
                <a:cs typeface="Aptos"/>
              </a:rPr>
              <a:t>3. Could this cleanup layer help platforms like ENSESO4Food?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3DADC-40F7-49F0-9423-D31F70FC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Dirty Data Audit for food traceability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23D49-2F83-404F-A2C9-C7397B36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FFA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FFAF4"/>
                </a:solidFill>
                <a:latin typeface="Aptos"/>
                <a:ea typeface="Aptos"/>
                <a:cs typeface="Aptos"/>
              </a:rPr>
              <a:t>June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671A7-3308-4BDB-A3AA-27C80BF6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Controlled discussion aid - not a product roadmap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8921B-98F0-4454-9AEC-9E132DD3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34612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E14351-2CD9-4F1B-AEF2-F804DFC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AFB13-060F-418E-87C4-FEDCC85F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JIM WHITE / ENSESO4FOOD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E5854-E5F8-4EC6-B377-2C7B7B55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Field signal: records exist, but the intake is messy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2B449-B628-451D-8073-CAC126B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005F0-A38B-4394-AE30-2573A0FD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6D324-B65F-4439-97D0-1D8493C7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819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76E00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B76E0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2D81F-68A2-4536-A7BB-DBD16C6A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Paper still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0A5AF-4DA2-4168-ADC5-EF2A1544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Operators showed paper invoices, handwritten notes, labels, PDFs, Excel, QuickBooks, and DProduce Man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84157-8F67-4D6C-9DFD-634AD3DB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43464-5730-453B-BEED-0319357A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28850"/>
            <a:ext cx="819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2B6A9-A534-47AC-86B3-3B90F3B8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718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FSMA is not their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7ED6E-176C-4EBA-B486-95F47712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Smaller operators talk about typing, filing, finding records, and invoices before they talk about KDEs or CTEs.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19E92-D28E-447B-870E-60FC4B43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1930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6BC0D-F6C5-4DDA-9472-820DC275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819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AE211-9F7B-4F6C-B953-DF010061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Mature teams still have exceptions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B880B-B28A-4564-B91D-D0E53BB5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Larger distributors may already trace pallets, but the hard question is who fixes mismatched or missing supplier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A7576-06BB-496A-881C-B8CEE4CF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Working hypothesis: the first wedge is not “new traceability software.” It is cleaning messy records before they enter any system.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FE100-A9AF-464D-8E08-21E07639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Controlled discussion aid - not a product 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DC0D9-797A-42FC-B55D-8EC7980C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66525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65F0B7-C094-4F9D-8627-51FE6865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2C275-3768-4525-AAC4-27A7C480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JIM WHITE / ENSESO4FOOD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CCBDA-01D3-4242-B651-5468CF06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Pilot: five record sets in, one clear audit output 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1D637-2324-4762-9951-CA1520A2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7A343-77F6-4A27-9504-659066E3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Target: 3-5 Bay Area medium-scale produce or food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3B867-BBB4-48F1-B518-57EA77E5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143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E5C7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D6E2E-61FB-445E-A312-1452CF77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6E0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76E00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B2DA3-AB22-441B-B0F6-1EADE5F7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5 redacted shipment record 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Invoice, BOL, label, receiving record, ASN if 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BD14E-F1A3-4CA9-B3C2-7DD4F74A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143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BD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87377-669F-4A00-A903-749D33AA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860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7645E-3D78-4009-BD03-0EF8B364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575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Compare fields across documents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Find missing KDEs, lot/source gaps, and mismatches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FCD1F-8D93-4FA9-A3A6-5DFD5C05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3143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B7E3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F2D24-E1EA-4169-A98F-D5D60131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64EEB-EE4E-4BD7-B2C2-C5301CAD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Clean Excel or FDA-style export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Missing-field report and mismatch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E7C2A-A0F5-4694-8445-8772AD2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62300"/>
            <a:ext cx="43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D86BA-0A4D-4700-AFDF-851D9915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62300"/>
            <a:ext cx="43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6B8AC-ACA0-4CCE-8391-A2107F1E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028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rPr>
              <a:t>Success test: does the operator ask, “Can you do the next batch?”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AA47A-B1B0-4150-81A7-42C61A04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Controlled discussion aid - not a product 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0BA70-F003-4C5F-A140-E001C42B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45068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727097-3502-412D-B4FE-17DE7C00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41451-570B-41E7-AF4A-BDB1DF4C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JIM WHITE / ENSESO4FOOD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A9010-D185-487B-96D0-3F4CDFB2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Where it fits: before traceability platforms, not against them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9B4C9-0E6A-4BC5-88F5-58CEFFA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1B0CF-B7A4-4BE9-8FEA-DC07DFAC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667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4BE96-A7AE-4A22-B39D-CA43AFE7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667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DE7DA-4E64-487B-B37C-3EC6E722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My pilot tests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3E588-DEA8-4D32-9EDE-BF85F305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Messy records → cleaned fields → missing-KDE / mismatch report → clean export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2B81D-D195-4EC9-8442-3525B936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4667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9FF53-A335-4CD3-8527-C217FEA6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4667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AB556-1B8D-424F-AB99-BB48C583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Platforms run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54F0F-FD8E-4034-B173-2CA390AE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TRAKKEY4Food / ENSESO4Food, ERP, WMS, DProduce Man, or other systems receive cleaner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4821D-C03F-4931-99E6-F9F23073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908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768C3-7FD7-4F1C-BC83-287B9CD6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Question for Jim: is this a useful pre-onboarding layer or already solved inside the platform?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F113A-EBAD-4918-8BF0-8D90009C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Controlled discussion aid - not a product 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C2D6D-5E01-4C32-8583-F834A559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6000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380A96-644F-4062-8D89-C33C20A1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70E39-84F3-4228-8F17-B4C1D26C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JIM WHITE / ENSESO4FOOD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287DA-36D4-4C14-8729-BD4D08F2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Use the call to sharpen the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A4BBA-0F0D-41F4-8355-615C845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0FE2B-9277-454B-8337-E2CDCBC8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864AC-0885-4D84-9D85-AD3FA2B9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811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4918B-A1D2-4679-9C13-82295169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335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Are five shipment record sets enough to expose the issue?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CE150-8964-4BFB-A470-64C611F0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6C43C-11A7-4C44-BFFD-CB2F1D4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0BA8D-B31E-4579-BBA2-90B95987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384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Which documents and fields must be included?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89A2C-81F8-4B23-AAC0-B8C5A091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BF0E0-889D-4C76-84E2-4D6D3D77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E45D3-DAD0-47DB-A942-C87434D8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Where do traceability implementations usually get stuck?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E994E-5E83-4731-8E29-E5398E2F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F8470-156C-4509-BFE9-68AB873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957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70682-21A9-4402-AD2F-93C496AC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481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Could dirty-data cleanup be useful before platform onboarding?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A92CD-9D36-41E1-BB9A-FF1D6157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6E58F-8CB1-49E0-A60E-53185702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8D9F2-6868-4013-9FC0-033471C9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529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Who else should I talk to next?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9D735-66BB-4618-BA6F-5CB9DA30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rPr>
              <a:t>Close: ask permission to send the first audit output for critique.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13A41-7D6D-4BA3-8AFE-FD0ED4E7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Controlled discussion aid - not a product roadmap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2F805-7007-4BCD-87EA-4E570C26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7747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2026-06-10T16:34:31.9200000Z</dcterms:created>
  <dcterms:modified xsi:type="dcterms:W3CDTF">2026-06-10T16:34:31.9200000Z</dcterms:modified>
</coreProperties>
</file>